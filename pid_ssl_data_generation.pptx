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D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73152"/>
            <a:ext cx="10058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0E0FF"/>
                </a:solidFill>
              </a:rPr>
              <a:t>PID-SAR-3: Mathematical Formulation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" y="438912"/>
            <a:ext cx="10058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0C4FF"/>
                </a:solidFill>
              </a:rPr>
              <a:t>d=32 obs. dim  |  m=8 latent dim  |  σ=0.02 noise  |  ρ=0.8  |  α~U[0.8,1.2]  |  hop=1  |  λ=0.25 de-leakage  |  γ=4.0 backbone gain  |  K=5 atoms (multi-atom mode)</a:t>
            </a:r>
          </a:p>
        </p:txBody>
      </p:sp>
      <p:sp>
        <p:nvSpPr>
          <p:cNvPr id="5" name="Rectangle 4"/>
          <p:cNvSpPr/>
          <p:nvPr/>
        </p:nvSpPr>
        <p:spPr>
          <a:xfrm>
            <a:off x="164592" y="749808"/>
            <a:ext cx="5760720" cy="1874519"/>
          </a:xfrm>
          <a:prstGeom prst="rect">
            <a:avLst/>
          </a:prstGeom>
          <a:solidFill>
            <a:srgbClr val="101028"/>
          </a:solidFill>
          <a:ln w="15240">
            <a:solidFill>
              <a:srgbClr val="54A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749808"/>
            <a:ext cx="5760720" cy="237744"/>
          </a:xfrm>
          <a:prstGeom prst="rect">
            <a:avLst/>
          </a:prstGeom>
          <a:solidFill>
            <a:srgbClr val="54A2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768096"/>
            <a:ext cx="562355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① Unique atom  Uᵥ  (v ∈ {1, 2, 3})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024127"/>
            <a:ext cx="5596128" cy="15636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0F0FF"/>
                </a:solidFill>
              </a:rPr>
              <a:t>u  ~  N(0, I_m)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300" b="0" i="0">
                <a:solidFill>
                  <a:srgbClr val="F0F0FF"/>
                </a:solidFill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0F0FF"/>
                </a:solidFill>
              </a:rPr>
              <a:t>x_v  =  α · P_v^{U_v} · u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300" b="0" i="0">
                <a:solidFill>
                  <a:srgbClr val="F0F0FF"/>
                </a:solidFill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0F0FF"/>
                </a:solidFill>
              </a:rPr>
              <a:t>x_{v'} = 0   for all v' ≠ v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300" b="0" i="0">
                <a:solidFill>
                  <a:srgbClr val="F0F0FF"/>
                </a:solidFill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BBBBCC"/>
                </a:solidFill>
              </a:rPr>
              <a:t>• u is a private m-dim latent, visible only in view v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BBBBCC"/>
                </a:solidFill>
              </a:rPr>
              <a:t>• P_v^{U_v} ∈ ℝ^{d×m} is a fixed col-normalised random projection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BBBBCC"/>
                </a:solidFill>
              </a:rPr>
              <a:t>• α ~ U[α_min, α_max] scales the signal amplitude</a:t>
            </a:r>
          </a:p>
        </p:txBody>
      </p:sp>
      <p:sp>
        <p:nvSpPr>
          <p:cNvPr id="9" name="Rectangle 8"/>
          <p:cNvSpPr/>
          <p:nvPr/>
        </p:nvSpPr>
        <p:spPr>
          <a:xfrm>
            <a:off x="6144768" y="749808"/>
            <a:ext cx="5870448" cy="1874519"/>
          </a:xfrm>
          <a:prstGeom prst="rect">
            <a:avLst/>
          </a:prstGeom>
          <a:solidFill>
            <a:srgbClr val="101028"/>
          </a:solidFill>
          <a:ln w="15240">
            <a:solidFill>
              <a:srgbClr val="4C7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44768" y="749808"/>
            <a:ext cx="5870448" cy="237744"/>
          </a:xfrm>
          <a:prstGeom prst="rect">
            <a:avLst/>
          </a:prstGeom>
          <a:solidFill>
            <a:srgbClr val="4C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54496" y="768096"/>
            <a:ext cx="573328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② Redundancy atoms  R_{ij} / R_{123}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54496" y="1024127"/>
            <a:ext cx="5705856" cy="15636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0F0FF"/>
                </a:solidFill>
              </a:rPr>
              <a:t>r, η_i, η_j  ~  N(0, I_m)  independently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300" b="0" i="0">
                <a:solidFill>
                  <a:srgbClr val="F0F0FF"/>
                </a:solidFill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0F0FF"/>
                </a:solidFill>
              </a:rPr>
              <a:t>r_i  =  √ρ · r  +  √(1−ρ) · η_i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0F0FF"/>
                </a:solidFill>
              </a:rPr>
              <a:t>r_j  =  √ρ · r  +  √(1−ρ) · η_j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300" b="0" i="0">
                <a:solidFill>
                  <a:srgbClr val="F0F0FF"/>
                </a:solidFill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0F0FF"/>
                </a:solidFill>
              </a:rPr>
              <a:t>x_i = α · P_i^{R_{ij}} · r_i ,   x_j = α · P_j^{R_{ij}} · r_j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0F0FF"/>
                </a:solidFill>
              </a:rPr>
              <a:t>x_k = 0   (k ≠ i, j)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300" b="0" i="0">
                <a:solidFill>
                  <a:srgbClr val="F0F0FF"/>
                </a:solidFill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BBBBCC"/>
                </a:solidFill>
              </a:rPr>
              <a:t>• r is the shared factor; ρ controls correlation strength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BBBBCC"/>
                </a:solidFill>
              </a:rPr>
              <a:t>• R_{123}: same formula extended to all three views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4592" y="2788920"/>
            <a:ext cx="5760720" cy="2395728"/>
          </a:xfrm>
          <a:prstGeom prst="rect">
            <a:avLst/>
          </a:prstGeom>
          <a:solidFill>
            <a:srgbClr val="101028"/>
          </a:solidFill>
          <a:ln w="15240">
            <a:solidFill>
              <a:srgbClr val="E457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64592" y="2788920"/>
            <a:ext cx="5760720" cy="237744"/>
          </a:xfrm>
          <a:prstGeom prst="rect">
            <a:avLst/>
          </a:prstGeom>
          <a:solidFill>
            <a:srgbClr val="E45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2807208"/>
            <a:ext cx="562355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③ Directional Synergy  S_{ij→k}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3063239"/>
            <a:ext cx="5596128" cy="2084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0F0FF"/>
                </a:solidFill>
              </a:rPr>
              <a:t>a, b  ~  N(0, I_m)   (independent source latents)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300" b="0" i="0">
                <a:solidFill>
                  <a:srgbClr val="F0F0FF"/>
                </a:solidFill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0F0FF"/>
                </a:solidFill>
              </a:rPr>
              <a:t>x_i = α · P_i^{A_{ij}} · 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0F0FF"/>
                </a:solidFill>
              </a:rPr>
              <a:t>x_j = α · P_j^{B_{ij}} · b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300" b="0" i="0">
                <a:solidFill>
                  <a:srgbClr val="F0F0FF"/>
                </a:solidFill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0F0FF"/>
                </a:solidFill>
              </a:rPr>
              <a:t>s₀  =  f_MLP(a, b ; hop)     [fixed random residual MLP, tanh]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300" b="0" i="0">
                <a:solidFill>
                  <a:srgbClr val="F0F0FF"/>
                </a:solidFill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0F0FF"/>
                </a:solidFill>
              </a:rPr>
              <a:t>δ  =  a · C_a[hop]  +  b · C_b[hop]      [linear de-leakage]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BBBBCC"/>
                </a:solidFill>
              </a:rPr>
              <a:t>     (C_a, C_b fitted by ridge regression to predict s₀ from a, b)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300" b="0" i="0">
                <a:solidFill>
                  <a:srgbClr val="F0F0FF"/>
                </a:solidFill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0F0FF"/>
                </a:solidFill>
              </a:rPr>
              <a:t>s  =  s₀  −  λ · δ          [de-leaked synergy signal]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300" b="0" i="0">
                <a:solidFill>
                  <a:srgbClr val="F0F0FF"/>
                </a:solidFill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0F0FF"/>
                </a:solidFill>
              </a:rPr>
              <a:t>x_k = α · P_k^{SYN_{ij}} · 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300" b="0" i="0">
                <a:solidFill>
                  <a:srgbClr val="F0F0FF"/>
                </a:solidFill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BBBBCC"/>
                </a:solidFill>
              </a:rPr>
              <a:t>• x_k depends non-linearly on BOTH x_i and x_j but not individually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BBBBCC"/>
                </a:solidFill>
              </a:rPr>
              <a:t>• de-leakage removes the component of s₀ predictable from a or b alone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44768" y="2788920"/>
            <a:ext cx="5870448" cy="2395728"/>
          </a:xfrm>
          <a:prstGeom prst="rect">
            <a:avLst/>
          </a:prstGeom>
          <a:solidFill>
            <a:srgbClr val="101028"/>
          </a:solidFill>
          <a:ln w="15240">
            <a:solidFill>
              <a:srgbClr val="F58E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44768" y="2788920"/>
            <a:ext cx="5870448" cy="237744"/>
          </a:xfrm>
          <a:prstGeom prst="rect">
            <a:avLst/>
          </a:prstGeom>
          <a:solidFill>
            <a:srgbClr val="F58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54496" y="2807208"/>
            <a:ext cx="573328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④ Shared backbone, noise &amp; composition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4496" y="3063239"/>
            <a:ext cx="5705856" cy="2084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0F0FF"/>
                </a:solidFill>
              </a:rPr>
              <a:t>Shared backbone  (applied after atom construction):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BBBBCC"/>
                </a:solidFill>
              </a:rPr>
              <a:t>   z  ~  N(0, I_m)   [per-sample random latent]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BBBBCC"/>
                </a:solidFill>
              </a:rPr>
              <a:t>   x_v  ←  x_v  +  γ · α · P^{shared}_v · z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BBBBCC"/>
                </a:solidFill>
              </a:rPr>
              <a:t>   Same z and same P^{shared}_v across all views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BBBBCC"/>
                </a:solidFill>
              </a:rPr>
              <a:t>   P^{shared} is tied (identical) across views when tied=True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300" b="0" i="0">
                <a:solidFill>
                  <a:srgbClr val="F0F0FF"/>
                </a:solidFill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0F0FF"/>
                </a:solidFill>
              </a:rPr>
              <a:t>Observation noise (independent per view):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BBBBCC"/>
                </a:solidFill>
              </a:rPr>
              <a:t>   ε_v  ~  N(0, σ² I_d)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BBBBCC"/>
                </a:solidFill>
              </a:rPr>
              <a:t>   x_v  ←  x_v  +  ε_v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300" b="0" i="0">
                <a:solidFill>
                  <a:srgbClr val="F0F0FF"/>
                </a:solidFill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0F0FF"/>
                </a:solidFill>
              </a:rPr>
              <a:t>Multi-atom composition (K atoms, K ≥ 2):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BBBBCC"/>
                </a:solidFill>
              </a:rPr>
              <a:t>   x_v^{total}  =  Σ_{k=1}^{K}  x_v^{atom_k}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BBBBCC"/>
                </a:solidFill>
              </a:rPr>
              <a:t>   Primary atom label retained; K−1 atoms sampled w/o replacement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300" b="0" i="0">
                <a:solidFill>
                  <a:srgbClr val="F0F0FF"/>
                </a:solidFill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0F0FF"/>
                </a:solidFill>
              </a:rPr>
              <a:t>Fixed projections:  P[view][comp] ∈ ℝ^{d×m}, cols normalised to unit ℓ₂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0F0FF"/>
                </a:solidFill>
              </a:rPr>
              <a:t>Synergy MLP:  residual blocks with tanh; weights fixed at init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64592" y="5248656"/>
            <a:ext cx="11841480" cy="274320"/>
          </a:xfrm>
          <a:prstGeom prst="rect">
            <a:avLst/>
          </a:prstGeom>
          <a:solidFill>
            <a:srgbClr val="0D0D22"/>
          </a:solidFill>
          <a:ln w="5080">
            <a:solidFill>
              <a:srgbClr val="3333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6032" y="5266944"/>
            <a:ext cx="11612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A0C4FF"/>
                </a:solidFill>
              </a:rPr>
              <a:t>Projections:  P_v^{comp} ~ N(0, 1/√d), col-normalised  |  α ~ U[0.8, 1.2]  |  ρ ∈ {0.2, 0.5, 0.8}  |  hop ∈ {1,2,3,4}  |  σ = 0.02  |  λ = 0.25 (de-leakage)  |  γ = 4.0 (backbone)  |  K = 1 (single-atom) or 5 (multi-atom)  |  Balanced over 10 PID atoms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